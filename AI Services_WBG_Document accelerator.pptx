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9"/>
  </p:notesMasterIdLst>
  <p:sldIdLst>
    <p:sldId id="2147480718" r:id="rId3"/>
    <p:sldId id="270" r:id="rId4"/>
    <p:sldId id="2147480719" r:id="rId5"/>
    <p:sldId id="2147480721" r:id="rId6"/>
    <p:sldId id="2147480720" r:id="rId7"/>
    <p:sldId id="21474807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Malik" userId="790a3954-81da-4079-afac-21afbfb334ef" providerId="ADAL" clId="{D23727A5-A723-4F55-A153-873730B11A20}"/>
    <pc:docChg chg="modSld">
      <pc:chgData name="Pooja Malik" userId="790a3954-81da-4079-afac-21afbfb334ef" providerId="ADAL" clId="{D23727A5-A723-4F55-A153-873730B11A20}" dt="2025-07-24T06:40:56.077" v="4" actId="14100"/>
      <pc:docMkLst>
        <pc:docMk/>
      </pc:docMkLst>
      <pc:sldChg chg="modSp mod">
        <pc:chgData name="Pooja Malik" userId="790a3954-81da-4079-afac-21afbfb334ef" providerId="ADAL" clId="{D23727A5-A723-4F55-A153-873730B11A20}" dt="2025-07-24T06:40:38.806" v="2" actId="14100"/>
        <pc:sldMkLst>
          <pc:docMk/>
          <pc:sldMk cId="4045209943" sldId="270"/>
        </pc:sldMkLst>
        <pc:spChg chg="mod">
          <ac:chgData name="Pooja Malik" userId="790a3954-81da-4079-afac-21afbfb334ef" providerId="ADAL" clId="{D23727A5-A723-4F55-A153-873730B11A20}" dt="2025-07-24T06:40:38.806" v="2" actId="14100"/>
          <ac:spMkLst>
            <pc:docMk/>
            <pc:sldMk cId="4045209943" sldId="270"/>
            <ac:spMk id="4" creationId="{005CFCA3-B03F-42B7-4EA5-EB1BE94D53A4}"/>
          </ac:spMkLst>
        </pc:spChg>
      </pc:sldChg>
      <pc:sldChg chg="modSp mod">
        <pc:chgData name="Pooja Malik" userId="790a3954-81da-4079-afac-21afbfb334ef" providerId="ADAL" clId="{D23727A5-A723-4F55-A153-873730B11A20}" dt="2025-07-24T06:40:28.481" v="0" actId="14100"/>
        <pc:sldMkLst>
          <pc:docMk/>
          <pc:sldMk cId="4262282310" sldId="2147480719"/>
        </pc:sldMkLst>
        <pc:spChg chg="mod">
          <ac:chgData name="Pooja Malik" userId="790a3954-81da-4079-afac-21afbfb334ef" providerId="ADAL" clId="{D23727A5-A723-4F55-A153-873730B11A20}" dt="2025-07-24T06:40:28.481" v="0" actId="14100"/>
          <ac:spMkLst>
            <pc:docMk/>
            <pc:sldMk cId="4262282310" sldId="2147480719"/>
            <ac:spMk id="2" creationId="{6678AB94-97E5-911A-A169-B4063A8234FB}"/>
          </ac:spMkLst>
        </pc:spChg>
      </pc:sldChg>
      <pc:sldChg chg="modSp mod">
        <pc:chgData name="Pooja Malik" userId="790a3954-81da-4079-afac-21afbfb334ef" providerId="ADAL" clId="{D23727A5-A723-4F55-A153-873730B11A20}" dt="2025-07-24T06:40:56.077" v="4" actId="14100"/>
        <pc:sldMkLst>
          <pc:docMk/>
          <pc:sldMk cId="4101481149" sldId="2147480720"/>
        </pc:sldMkLst>
        <pc:spChg chg="mod">
          <ac:chgData name="Pooja Malik" userId="790a3954-81da-4079-afac-21afbfb334ef" providerId="ADAL" clId="{D23727A5-A723-4F55-A153-873730B11A20}" dt="2025-07-24T06:40:56.077" v="4" actId="14100"/>
          <ac:spMkLst>
            <pc:docMk/>
            <pc:sldMk cId="4101481149" sldId="2147480720"/>
            <ac:spMk id="2" creationId="{C32A455E-6EA8-0362-A384-293C0DBC7EC9}"/>
          </ac:spMkLst>
        </pc:spChg>
      </pc:sldChg>
      <pc:sldChg chg="modSp mod">
        <pc:chgData name="Pooja Malik" userId="790a3954-81da-4079-afac-21afbfb334ef" providerId="ADAL" clId="{D23727A5-A723-4F55-A153-873730B11A20}" dt="2025-07-24T06:40:49.772" v="3" actId="14100"/>
        <pc:sldMkLst>
          <pc:docMk/>
          <pc:sldMk cId="1000242271" sldId="2147480721"/>
        </pc:sldMkLst>
        <pc:spChg chg="mod">
          <ac:chgData name="Pooja Malik" userId="790a3954-81da-4079-afac-21afbfb334ef" providerId="ADAL" clId="{D23727A5-A723-4F55-A153-873730B11A20}" dt="2025-07-24T06:40:49.772" v="3" actId="14100"/>
          <ac:spMkLst>
            <pc:docMk/>
            <pc:sldMk cId="1000242271" sldId="2147480721"/>
            <ac:spMk id="2" creationId="{628287C3-30D1-2009-B54D-0DFF550029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6B887-2BCE-4F96-9FB4-DA3B350C5D11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9BD5F-9504-4DFD-AB38-FD5D18828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1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1EC7-9A06-0BED-B5B4-D1342D08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98CFD-56F3-B58A-717F-39F23370C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8F984-5231-E8D3-ABE3-69648C987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1EBCB-B9A6-128C-3AFB-1A3B1882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0904F-3C04-4EF7-8F0E-B0A577280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13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C878-2923-4660-DAC5-AF6F6B4F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F6614-6974-7BCD-BACE-32E7D32E6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BF755-1A7E-7170-2168-7B71000BE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CFEE8-0293-994C-A5AA-256F94AC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33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D6AE-B1C7-8A02-7A6C-7B3D66E5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FE3D9-BC1C-09AB-21E2-C32E66761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DE281-36D2-1DF9-380C-5F98D2877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6635-377A-2E4F-2231-F841D3A32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066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90BB-6CBE-14CD-66E4-65418072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5CB56-F442-D65B-A185-6ABD5509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13310-A0A5-0E88-BCDB-0DB53833C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FF4E-5D13-93FB-4019-EC306B4D3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959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E301-C6BB-B914-E3A7-9488CC8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7E53E-9BB3-2D9C-07C7-5F22302F1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0DEC3-E431-9AC8-B981-CD10A3A1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05FE6-08C1-BF52-307F-1989A2A59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013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34A2-26FA-5216-13B4-4429558F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69873-9FE1-7CBD-66E6-132C46BE9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EEAC8-CD9B-7127-BB38-D4FDA71E8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49607-1703-5735-5F25-3FCD2B719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0904F-3C04-4EF7-8F0E-B0A577280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7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C585-D847-1FB7-F886-A7B2F410E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92D0E-C220-1EC9-2574-8A312479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CEB9-1B77-A699-86BA-98FFD833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168B-470E-9289-04A6-9A102CE2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B057-16A2-4C7E-A03D-206301E4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1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5D9B-5F78-0B3C-45F0-AB891FFD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29FE-6662-8B9F-13FA-40655E6F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7F2C-DBF2-6BE2-EB37-E5066DA0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5443B-6F07-0544-DA66-67C0C2B7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41920-A69C-1BCC-46D3-15026338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52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E936-5723-28EF-8365-0F2FA87A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644CD-08F3-3EE7-32DE-D5CE36F3D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7BB1A-C9BB-8A50-D189-0A3B380A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E49A4-3AA8-3DEF-8D97-326859B6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FE1F-9E3D-C40B-8C8E-5E05C8DE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4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9C94-3D13-2C87-17DF-C0A098E4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65664-A104-3C7E-72F1-B5E5B77D4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9CCB5-27B2-22BE-0E37-A07D9046E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9C0F1-5E48-967A-8A91-E59F2CA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790A8-2B90-C6E2-798B-E1970066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8847E-F137-F9DA-20F8-0D534012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3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0AAF-1F3F-4EE8-13F4-0D006BDE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FD640-5C03-591A-24D2-873B57555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44EB-30F8-E670-C510-B7F9C4F5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B0036-04AC-4727-D4E3-71F959020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B2978-2BE1-2049-4A2D-BD4A7C8D5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60FB5-68F2-37E6-1B87-27046510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C050B-1AE0-A74C-EAF4-DF51F497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B9BAF-D413-BE9F-00E4-AC510CBE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2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3050-9A2B-6128-3525-8FB32053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A4FCA-3E07-5F23-F6C3-46E56193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1430F-066B-E775-9B97-FC427B2B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D7BC1-76A2-F417-9C53-57E26A19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33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E4E6-7893-8E12-1304-2BD69150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CE203-8D65-58FD-2CEB-A035D457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E64D-F9A5-AA73-D32E-9D4EB33F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0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6C75-AFDB-057A-FBD8-4A60D388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384B2-7D2F-F1CB-8CF5-626E2B0FE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2C81A-0CAE-4CBE-6435-5B890FC6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32A44-9490-7A02-2F59-7A46551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67B10-770F-3EB8-E0FB-67760B98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A1A55-D6CD-507B-D479-6CE6AA14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2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61A8-8E38-BFCC-9E07-203EC540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2C319-C2EE-BAFC-35CD-E37F0F8A6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F08A7-0083-8E38-ECF9-28B75168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61E93-AF3B-C404-7E7E-70627CC6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BA7B-7DFE-BB2E-13C1-B30E74C8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5ACBB-FF25-560C-9490-A20C5B3B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0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A88F-63FE-2AF3-AE99-013AB183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92EB5-5355-A7BF-5A0E-B35F09437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4EC4-6FD5-42D3-D5D4-AEE5B8BF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0093-7A01-C766-B294-1561DA80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21D27-5B23-64FC-85BD-3D66BA5E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27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8DB96-33C6-38A5-F48B-40465FE5D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3A7D5-DDA2-BE7F-EE69-F70BADAD4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0284-A2C0-81B9-E665-0E2C182C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E76E-66CC-6605-E9F0-3C8CAE6D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EE7E-6ADB-F88D-604A-3F3616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76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"/>
            <a:ext cx="12192000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8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76FAF6-5426-E750-1142-36F4638FD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8952F43-EC30-3F62-08BB-F8F94C98B5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13677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"/>
            <a:ext cx="12192000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87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070075-0A2F-24D2-1F82-527C5A381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02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38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029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88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7C2EB-5974-2F5F-9BAC-AA3C0DD40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850AE5-D07E-BB0E-585D-606F9915814C}"/>
              </a:ext>
            </a:extLst>
          </p:cNvPr>
          <p:cNvSpPr txBox="1"/>
          <p:nvPr userDrawn="1"/>
        </p:nvSpPr>
        <p:spPr>
          <a:xfrm>
            <a:off x="7571740" y="6444594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rgbClr val="97A0A4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rgbClr val="595959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8A17A01F-8104-E179-0770-B00B641CED62}"/>
              </a:ext>
            </a:extLst>
          </p:cNvPr>
          <p:cNvSpPr txBox="1">
            <a:spLocks/>
          </p:cNvSpPr>
          <p:nvPr userDrawn="1"/>
        </p:nvSpPr>
        <p:spPr>
          <a:xfrm>
            <a:off x="11353800" y="6440394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D6A6055-F142-F3AA-B14B-C64975BAC5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45" y="6375556"/>
            <a:ext cx="937708" cy="247937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C8CF82F-C211-374C-9759-13260B2E77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gradFill flip="none" rotWithShape="1">
                  <a:gsLst>
                    <a:gs pos="88000">
                      <a:srgbClr val="22CCFA"/>
                    </a:gs>
                    <a:gs pos="0">
                      <a:srgbClr val="AD3FFF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612199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7C2EB-5974-2F5F-9BAC-AA3C0DD40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BAA0E27-1F4E-AE04-330C-681B253AD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46CC8FE-79CE-AEBC-AAD9-BFF1691C91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13DB5C-3A0C-D88A-2D50-E455EDE4F5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45" y="6375556"/>
            <a:ext cx="937708" cy="247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D9F814-50B1-D88D-CE34-3C6F383CF0E2}"/>
              </a:ext>
            </a:extLst>
          </p:cNvPr>
          <p:cNvSpPr txBox="1"/>
          <p:nvPr userDrawn="1"/>
        </p:nvSpPr>
        <p:spPr>
          <a:xfrm>
            <a:off x="7571740" y="6444594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rgbClr val="97A0A4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rgbClr val="595959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136F8B0C-3758-0DF4-0294-EC089ED56D58}"/>
              </a:ext>
            </a:extLst>
          </p:cNvPr>
          <p:cNvSpPr txBox="1">
            <a:spLocks/>
          </p:cNvSpPr>
          <p:nvPr userDrawn="1"/>
        </p:nvSpPr>
        <p:spPr>
          <a:xfrm>
            <a:off x="11353800" y="6440394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490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76FAF6-5426-E750-1142-36F4638FD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8952F43-EC30-3F62-08BB-F8F94C98B5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3555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9E7E-D462-323C-D980-646E71D88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4D735-6452-3A71-368D-B0E67C5BA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0CD4-CB43-B727-4DFB-F6BCB09CC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367E-3963-4AE6-80D5-0E4DA640A57D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64CD9-3AEF-4102-C7DF-C80311CE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FDBF-2E6B-6D75-788E-CD1729F5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88551-9D27-462E-8CF7-39AE5B91E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4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EB0C7-B37C-A45F-C069-755312CF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DE7AC-5F49-DA13-0BAB-CEBAA1654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DCF1-1D2D-EAA9-BE51-675E30DF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C41BA-863E-44F1-89AE-96467472542C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692F-DE0C-344D-9856-C88B0C1C7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CA1D-9F31-B30D-9466-3DA7C577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1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6E837-5FC5-B245-6B24-3AC8FDA2DE3E}"/>
              </a:ext>
            </a:extLst>
          </p:cNvPr>
          <p:cNvSpPr txBox="1"/>
          <p:nvPr userDrawn="1"/>
        </p:nvSpPr>
        <p:spPr>
          <a:xfrm>
            <a:off x="7571740" y="6619109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chemeClr val="tx2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77700361-1284-42C3-2B62-046AEDC62362}"/>
              </a:ext>
            </a:extLst>
          </p:cNvPr>
          <p:cNvSpPr txBox="1">
            <a:spLocks/>
          </p:cNvSpPr>
          <p:nvPr userDrawn="1"/>
        </p:nvSpPr>
        <p:spPr>
          <a:xfrm>
            <a:off x="11439230" y="6624171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tx2"/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tx2"/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B4C0522-98EA-5FDB-1F13-5FD3450DE01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8245" y="6550071"/>
            <a:ext cx="937708" cy="2479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DCE087-268B-28F6-DFC7-DC04A0855E82}"/>
              </a:ext>
            </a:extLst>
          </p:cNvPr>
          <p:cNvGrpSpPr/>
          <p:nvPr userDrawn="1"/>
        </p:nvGrpSpPr>
        <p:grpSpPr>
          <a:xfrm rot="5400000">
            <a:off x="-1746333" y="971845"/>
            <a:ext cx="2303985" cy="360296"/>
            <a:chOff x="2427079" y="2856447"/>
            <a:chExt cx="7322600" cy="114510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7FE9697-8CD1-885C-1E5E-29FE94F6EA9E}"/>
                </a:ext>
              </a:extLst>
            </p:cNvPr>
            <p:cNvSpPr/>
            <p:nvPr/>
          </p:nvSpPr>
          <p:spPr>
            <a:xfrm>
              <a:off x="3656438" y="2856447"/>
              <a:ext cx="1145105" cy="114510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7F7831E-8177-E9BE-D057-F69D39D594B1}"/>
                </a:ext>
              </a:extLst>
            </p:cNvPr>
            <p:cNvSpPr/>
            <p:nvPr/>
          </p:nvSpPr>
          <p:spPr>
            <a:xfrm>
              <a:off x="6145857" y="2856447"/>
              <a:ext cx="1145105" cy="1145105"/>
            </a:xfrm>
            <a:prstGeom prst="ellipse">
              <a:avLst/>
            </a:prstGeom>
            <a:solidFill>
              <a:srgbClr val="0F9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86868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2170332-59D6-3721-E048-64712B2BB35A}"/>
                </a:ext>
              </a:extLst>
            </p:cNvPr>
            <p:cNvSpPr/>
            <p:nvPr/>
          </p:nvSpPr>
          <p:spPr>
            <a:xfrm>
              <a:off x="2427079" y="2856447"/>
              <a:ext cx="1145105" cy="1145105"/>
            </a:xfrm>
            <a:prstGeom prst="ellipse">
              <a:avLst/>
            </a:prstGeom>
            <a:solidFill>
              <a:srgbClr val="4B0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AE6EC22-F226-56E6-2E65-654E2262EAC2}"/>
                </a:ext>
              </a:extLst>
            </p:cNvPr>
            <p:cNvSpPr/>
            <p:nvPr/>
          </p:nvSpPr>
          <p:spPr>
            <a:xfrm>
              <a:off x="7375215" y="2856447"/>
              <a:ext cx="1145105" cy="1145105"/>
            </a:xfrm>
            <a:prstGeom prst="ellipse">
              <a:avLst/>
            </a:prstGeom>
            <a:solidFill>
              <a:srgbClr val="32DD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497EA0-1DA8-097E-E52E-0FDDC636F66E}"/>
                </a:ext>
              </a:extLst>
            </p:cNvPr>
            <p:cNvSpPr/>
            <p:nvPr/>
          </p:nvSpPr>
          <p:spPr>
            <a:xfrm>
              <a:off x="8604574" y="2856447"/>
              <a:ext cx="1145105" cy="1145105"/>
            </a:xfrm>
            <a:prstGeom prst="ellipse">
              <a:avLst/>
            </a:prstGeom>
            <a:solidFill>
              <a:srgbClr val="FFD2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D640B4-DDE2-4031-7663-CA8DAC7D2BD6}"/>
                </a:ext>
              </a:extLst>
            </p:cNvPr>
            <p:cNvSpPr/>
            <p:nvPr/>
          </p:nvSpPr>
          <p:spPr>
            <a:xfrm>
              <a:off x="4885796" y="2856447"/>
              <a:ext cx="1145105" cy="1145105"/>
            </a:xfrm>
            <a:prstGeom prst="ellipse">
              <a:avLst/>
            </a:prstGeom>
            <a:solidFill>
              <a:srgbClr val="FFC6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5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0B8D-4F41-9D4B-948F-B254C2BC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8ACF83-CEFC-B056-F493-A2D49AFFE0F0}"/>
              </a:ext>
            </a:extLst>
          </p:cNvPr>
          <p:cNvSpPr txBox="1">
            <a:spLocks/>
          </p:cNvSpPr>
          <p:nvPr/>
        </p:nvSpPr>
        <p:spPr>
          <a:xfrm>
            <a:off x="414708" y="5474681"/>
            <a:ext cx="1384501" cy="400105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>
              <a:defRPr lang="en-US"/>
            </a:defPPr>
            <a:lvl1pPr defTabSz="1828800">
              <a:lnSpc>
                <a:spcPct val="100000"/>
              </a:lnSpc>
              <a:defRPr sz="6000">
                <a:gradFill>
                  <a:gsLst>
                    <a:gs pos="1000">
                      <a:srgbClr val="0070C4"/>
                    </a:gs>
                    <a:gs pos="100000">
                      <a:srgbClr val="0000A0"/>
                    </a:gs>
                  </a:gsLst>
                  <a:lin ang="11400000" scaled="0"/>
                </a:gradFill>
                <a:latin typeface="Frutiger LT Pro 45 Light" panose="020B0403030504020204" pitchFamily="34" charset="0"/>
                <a:ea typeface="Frutiger LT Pro 45 Light"/>
                <a:cs typeface="Frutiger LT Pro 45 Light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2CCFA"/>
                </a:solidFill>
                <a:effectLst/>
                <a:uLnTx/>
                <a:uFillTx/>
                <a:latin typeface="Source Sans Pro" panose="020B0503030403020204" pitchFamily="34" charset="0"/>
                <a:sym typeface="Frutiger LT Pro 65 Bold"/>
              </a:rPr>
              <a:t>2025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30364A8-5D8E-B60B-D708-277FE1139A10}"/>
              </a:ext>
            </a:extLst>
          </p:cNvPr>
          <p:cNvSpPr txBox="1"/>
          <p:nvPr/>
        </p:nvSpPr>
        <p:spPr>
          <a:xfrm>
            <a:off x="414708" y="3175869"/>
            <a:ext cx="4608229" cy="874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 anchor="b">
            <a:spAutoFit/>
          </a:bodyPr>
          <a:lstStyle>
            <a:lvl1pPr algn="l" defTabSz="1828800">
              <a:lnSpc>
                <a:spcPct val="80000"/>
              </a:lnSpc>
              <a:defRPr sz="9600">
                <a:solidFill>
                  <a:srgbClr val="FFFFFF"/>
                </a:solidFill>
                <a:latin typeface="Frutiger LT Pro 45 Light"/>
                <a:ea typeface="Frutiger LT Pro 45 Light"/>
                <a:cs typeface="Frutiger LT Pro 45 Light"/>
                <a:sym typeface="Frutiger LT Pro 45 Light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400" b="1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cs typeface="Calibri" panose="020F0502020204030204" pitchFamily="34" charset="0"/>
                <a:sym typeface="Open Sans"/>
              </a:rPr>
              <a:t>AI Services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88000">
                    <a:srgbClr val="22CCFA"/>
                  </a:gs>
                  <a:gs pos="0">
                    <a:srgbClr val="A52DFF"/>
                  </a:gs>
                </a:gsLst>
                <a:lin ang="13800000" scaled="0"/>
                <a:tileRect/>
              </a:gradFill>
              <a:effectLst/>
              <a:uLnTx/>
              <a:uFillTx/>
              <a:latin typeface="Source Sans Pro" panose="020B0503030403020204" pitchFamily="34" charset="0"/>
              <a:sym typeface="Frutiger LT Pro 45 Light"/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0E4F113-350C-04AF-9A98-232937C58B4D}"/>
              </a:ext>
            </a:extLst>
          </p:cNvPr>
          <p:cNvSpPr txBox="1">
            <a:spLocks/>
          </p:cNvSpPr>
          <p:nvPr/>
        </p:nvSpPr>
        <p:spPr>
          <a:xfrm>
            <a:off x="414708" y="4711946"/>
            <a:ext cx="5296302" cy="400105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>
              <a:defRPr lang="en-US"/>
            </a:defPPr>
            <a:lvl1pPr defTabSz="1828800">
              <a:lnSpc>
                <a:spcPct val="100000"/>
              </a:lnSpc>
              <a:defRPr sz="6000">
                <a:gradFill>
                  <a:gsLst>
                    <a:gs pos="1000">
                      <a:srgbClr val="0070C4"/>
                    </a:gs>
                    <a:gs pos="100000">
                      <a:srgbClr val="0000A0"/>
                    </a:gs>
                  </a:gsLst>
                  <a:lin ang="11400000" scaled="0"/>
                </a:gradFill>
                <a:latin typeface="Frutiger LT Pro 45 Light" panose="020B0403030504020204" pitchFamily="34" charset="0"/>
                <a:ea typeface="Frutiger LT Pro 45 Light"/>
                <a:cs typeface="Frutiger LT Pro 45 Light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sym typeface="Frutiger LT Pro 65 Bold"/>
              </a:rPr>
              <a:t>Success Stories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sym typeface="Frutiger LT Pro 65 Bold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D2CEAA-B63D-269D-64DA-6E97096E9E18}"/>
              </a:ext>
            </a:extLst>
          </p:cNvPr>
          <p:cNvGrpSpPr/>
          <p:nvPr/>
        </p:nvGrpSpPr>
        <p:grpSpPr>
          <a:xfrm>
            <a:off x="487660" y="4360060"/>
            <a:ext cx="5371318" cy="190498"/>
            <a:chOff x="934232" y="4094082"/>
            <a:chExt cx="5371318" cy="19049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F7CBFE-7607-E337-338C-262495941878}"/>
                </a:ext>
              </a:extLst>
            </p:cNvPr>
            <p:cNvCxnSpPr>
              <a:cxnSpLocks/>
            </p:cNvCxnSpPr>
            <p:nvPr/>
          </p:nvCxnSpPr>
          <p:spPr>
            <a:xfrm>
              <a:off x="934232" y="4189331"/>
              <a:ext cx="5307818" cy="0"/>
            </a:xfrm>
            <a:prstGeom prst="line">
              <a:avLst/>
            </a:prstGeom>
            <a:ln w="28575" cap="rnd">
              <a:solidFill>
                <a:srgbClr val="22CCFA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6CECA34-97BA-A872-AA05-69C9847F5FC5}"/>
                </a:ext>
              </a:extLst>
            </p:cNvPr>
            <p:cNvSpPr/>
            <p:nvPr/>
          </p:nvSpPr>
          <p:spPr>
            <a:xfrm>
              <a:off x="6115050" y="4094082"/>
              <a:ext cx="190500" cy="190498"/>
            </a:xfrm>
            <a:prstGeom prst="ellipse">
              <a:avLst/>
            </a:prstGeom>
            <a:solidFill>
              <a:srgbClr val="22C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1B5E11A8-1716-A86A-813E-301611753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60" y="692969"/>
            <a:ext cx="2503449" cy="6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6619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78C8-C5E4-620B-F4A3-3BB7003B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60D05B0-4F52-9772-DF20-1591FA8AA07A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0BB64-ACA4-07B9-72FD-4FFCE09B7A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101" y="138801"/>
            <a:ext cx="11216958" cy="434975"/>
          </a:xfrm>
        </p:spPr>
        <p:txBody>
          <a:bodyPr/>
          <a:lstStyle/>
          <a:p>
            <a:r>
              <a:rPr lang="en-US" dirty="0">
                <a:latin typeface="Frutiger 45 bold"/>
                <a:sym typeface="Frutiger LT Pro 45 Light"/>
              </a:rPr>
              <a:t>Our Understanding of the 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CFCA3-B03F-42B7-4EA5-EB1BE94D53A4}"/>
              </a:ext>
            </a:extLst>
          </p:cNvPr>
          <p:cNvSpPr txBox="1"/>
          <p:nvPr/>
        </p:nvSpPr>
        <p:spPr>
          <a:xfrm>
            <a:off x="303850" y="1488457"/>
            <a:ext cx="113483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US" sz="2400" dirty="0">
                <a:latin typeface="Source Sans Pro" panose="020B0503030403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Business users upload various knowledge documents in the accelerator. Users often need to extract specific insights or answers from these documents. These documents contain critical information needed for decision-making.AI was introduced to enable natural language querying and streamline information retrieval.</a:t>
            </a:r>
            <a:endParaRPr lang="en-US" sz="2400" dirty="0">
              <a:effectLst/>
              <a:latin typeface="Source Sans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20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AED4-FF16-C5E4-8BED-FDBA6FBE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BA6D7EB-7974-39DA-BAE3-967E6330BEDF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B007918-CED6-BB1E-5D5E-50C9884F0EE3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Solution Approach: Enhanced Business Workflow/ Function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728D43-54A0-A909-899C-E42BE9019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02212"/>
              </p:ext>
            </p:extLst>
          </p:nvPr>
        </p:nvGraphicFramePr>
        <p:xfrm>
          <a:off x="1319134" y="1683578"/>
          <a:ext cx="8529403" cy="3652920"/>
        </p:xfrm>
        <a:graphic>
          <a:graphicData uri="http://schemas.openxmlformats.org/drawingml/2006/table">
            <a:tbl>
              <a:tblPr/>
              <a:tblGrid>
                <a:gridCol w="2766293">
                  <a:extLst>
                    <a:ext uri="{9D8B030D-6E8A-4147-A177-3AD203B41FA5}">
                      <a16:colId xmlns:a16="http://schemas.microsoft.com/office/drawing/2014/main" val="2858699956"/>
                    </a:ext>
                  </a:extLst>
                </a:gridCol>
                <a:gridCol w="5763110">
                  <a:extLst>
                    <a:ext uri="{9D8B030D-6E8A-4147-A177-3AD203B41FA5}">
                      <a16:colId xmlns:a16="http://schemas.microsoft.com/office/drawing/2014/main" val="1300384406"/>
                    </a:ext>
                  </a:extLst>
                </a:gridCol>
              </a:tblGrid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Function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AI/GenAI Contribution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749497"/>
                  </a:ext>
                </a:extLst>
              </a:tr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Document Parsing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NLP models extract structure and meaning from unstructured text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807711"/>
                  </a:ext>
                </a:extLst>
              </a:tr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Semantic Search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Embedding-based search retrieves contextually relevant information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80865"/>
                  </a:ext>
                </a:extLst>
              </a:tr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Question Answering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GenAI understands user intent and generates accurate responses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53599"/>
                  </a:ext>
                </a:extLst>
              </a:tr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Summarization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Condenses lengthy documents into digestible insights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639159"/>
                  </a:ext>
                </a:extLst>
              </a:tr>
              <a:tr h="6088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Continuous Learning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424242"/>
                          </a:solidFill>
                          <a:effectLst/>
                          <a:latin typeface="Segoe UI" panose="020B0502040204020203" pitchFamily="34" charset="0"/>
                        </a:rPr>
                        <a:t>Improves over time based on user interactions and feedback</a:t>
                      </a:r>
                    </a:p>
                  </a:txBody>
                  <a:tcPr marL="85725" marR="9525" marT="9525" marB="0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1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8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6736-9EFA-DB8F-3EDC-411E9888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3A73C822-C025-D549-4354-EE38508C657E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2740692-13A0-E122-A952-5F3BC099CCBF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Technical Solution: Architecture, Tech Stack &amp; Challenges Resolved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D77C6-687A-0F04-357C-A106324A3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531" y="1488457"/>
            <a:ext cx="8350330" cy="437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4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EA78-6CBE-C6C1-2AFB-E63C1D88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E77A1A47-9BE6-2D48-2309-1B8B2AAD7803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2A455E-6EA8-0362-A384-293C0DBC7EC9}"/>
              </a:ext>
            </a:extLst>
          </p:cNvPr>
          <p:cNvSpPr txBox="1"/>
          <p:nvPr/>
        </p:nvSpPr>
        <p:spPr>
          <a:xfrm>
            <a:off x="303850" y="1248604"/>
            <a:ext cx="113483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endParaRPr lang="en-IN" dirty="0">
              <a:latin typeface="Source Sans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R="0" lvl="0"/>
            <a:r>
              <a:rPr lang="en-US" dirty="0"/>
              <a:t>Business users frequently upload various knowledge documents (e.g., reports, manuals, guidelines) into a centralized utility. These documents contain critical information essential for operational and strategic decision-making. Traditionally, users had to manually search or browse through these documents to find relevant insights, which was time-consuming and inefficient.</a:t>
            </a:r>
            <a:endParaRPr lang="en-US" sz="2400" dirty="0">
              <a:effectLst/>
              <a:latin typeface="Source Sans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D8757F6-2804-C570-E1CC-5E2F0417A14F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Business Benefits Delivered</a:t>
            </a:r>
          </a:p>
        </p:txBody>
      </p:sp>
    </p:spTree>
    <p:extLst>
      <p:ext uri="{BB962C8B-B14F-4D97-AF65-F5344CB8AC3E}">
        <p14:creationId xmlns:p14="http://schemas.microsoft.com/office/powerpoint/2010/main" val="410148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36A-E139-6EBD-0B36-137A6080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2D8CB3-1597-2205-7D8B-0B4152796750}"/>
              </a:ext>
            </a:extLst>
          </p:cNvPr>
          <p:cNvGrpSpPr/>
          <p:nvPr/>
        </p:nvGrpSpPr>
        <p:grpSpPr>
          <a:xfrm>
            <a:off x="1106270" y="2494563"/>
            <a:ext cx="5144439" cy="1894523"/>
            <a:chOff x="2209800" y="5314050"/>
            <a:chExt cx="5144439" cy="1894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4587E1-99D9-B11A-890C-AB712121B63F}"/>
                </a:ext>
              </a:extLst>
            </p:cNvPr>
            <p:cNvSpPr txBox="1"/>
            <p:nvPr/>
          </p:nvSpPr>
          <p:spPr>
            <a:xfrm>
              <a:off x="2209800" y="5314050"/>
              <a:ext cx="451739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22CCFA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Getting to the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3036BB-4BE8-9256-5CC5-8ACFB93C999E}"/>
                </a:ext>
              </a:extLst>
            </p:cNvPr>
            <p:cNvSpPr txBox="1"/>
            <p:nvPr/>
          </p:nvSpPr>
          <p:spPr>
            <a:xfrm>
              <a:off x="2209800" y="5615080"/>
              <a:ext cx="4517390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1" u="none" strike="noStrike" kern="1200" cap="none" spc="0" normalizeH="0" baseline="0" noProof="0">
                  <a:ln>
                    <a:noFill/>
                  </a:ln>
                  <a:solidFill>
                    <a:srgbClr val="22CCFA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Future. Faster.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96D9B7-F6B3-004B-9776-404CDD67C9BE}"/>
                </a:ext>
              </a:extLst>
            </p:cNvPr>
            <p:cNvSpPr txBox="1"/>
            <p:nvPr/>
          </p:nvSpPr>
          <p:spPr>
            <a:xfrm>
              <a:off x="2836849" y="6090318"/>
              <a:ext cx="4517390" cy="111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88000">
                        <a:srgbClr val="22CCFA"/>
                      </a:gs>
                      <a:gs pos="0">
                        <a:srgbClr val="A52DFF"/>
                      </a:gs>
                    </a:gsLst>
                    <a:lin ang="13800000" scaled="0"/>
                    <a:tileRect/>
                  </a:gradFill>
                  <a:effectLst/>
                  <a:uLnTx/>
                  <a:uFillTx/>
                  <a:latin typeface="Source Sans Pro Light" panose="020B0403030403020204" pitchFamily="34" charset="0"/>
                  <a:ea typeface="+mn-ea"/>
                  <a:cs typeface="Calibri" panose="020F0502020204030204" pitchFamily="34" charset="0"/>
                  <a:sym typeface="Frutiger LT Pro 45 Light"/>
                </a:rPr>
                <a:t>Together.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020FA6-EA6F-6C64-2D48-5FAEF3695467}"/>
              </a:ext>
            </a:extLst>
          </p:cNvPr>
          <p:cNvGrpSpPr/>
          <p:nvPr/>
        </p:nvGrpSpPr>
        <p:grpSpPr>
          <a:xfrm>
            <a:off x="3206864" y="4198588"/>
            <a:ext cx="3379958" cy="190498"/>
            <a:chOff x="934232" y="4094082"/>
            <a:chExt cx="3379958" cy="19049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816FAB4-D524-0EAB-8BBB-0B1944372064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934232" y="4189331"/>
              <a:ext cx="3189458" cy="0"/>
            </a:xfrm>
            <a:prstGeom prst="line">
              <a:avLst/>
            </a:prstGeom>
            <a:ln w="28575" cap="rnd">
              <a:solidFill>
                <a:srgbClr val="22CCFA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E80804-36BB-466D-7E5B-E4B226416372}"/>
                </a:ext>
              </a:extLst>
            </p:cNvPr>
            <p:cNvSpPr/>
            <p:nvPr/>
          </p:nvSpPr>
          <p:spPr>
            <a:xfrm>
              <a:off x="4123690" y="4094082"/>
              <a:ext cx="190500" cy="190498"/>
            </a:xfrm>
            <a:prstGeom prst="ellipse">
              <a:avLst/>
            </a:prstGeom>
            <a:solidFill>
              <a:srgbClr val="22C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7593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sFor_Spectra.potx" id="{D243AE31-2911-4724-A6B0-9DF4D975FB8C}" vid="{DF7EB32A-31C2-4AB8-91DF-BF0AD935DC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202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Aptos Display</vt:lpstr>
      <vt:lpstr>Arial</vt:lpstr>
      <vt:lpstr>Frutiger 45 bold</vt:lpstr>
      <vt:lpstr>Frutiger 45 Light</vt:lpstr>
      <vt:lpstr>Frutiger LT Pro 45 Light</vt:lpstr>
      <vt:lpstr>Segoe UI</vt:lpstr>
      <vt:lpstr>Source Sans Pro</vt:lpstr>
      <vt:lpstr>Source Sans Pro Light</vt:lpstr>
      <vt:lpstr>Symbol</vt:lpstr>
      <vt:lpstr>1_Office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Malik</dc:creator>
  <cp:lastModifiedBy>C Ashwin</cp:lastModifiedBy>
  <cp:revision>3</cp:revision>
  <dcterms:created xsi:type="dcterms:W3CDTF">2025-07-24T06:22:41Z</dcterms:created>
  <dcterms:modified xsi:type="dcterms:W3CDTF">2025-08-05T13:23:06Z</dcterms:modified>
</cp:coreProperties>
</file>